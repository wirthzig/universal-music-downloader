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9" r:id="rId4"/>
    <p:sldId id="257" r:id="rId5"/>
  </p:sldIdLst>
  <p:sldSz cx="12192000" cy="6858000"/>
  <p:notesSz cx="6858000" cy="9144000"/>
  <p:defaultTextStyle>
    <a:defPPr>
      <a:defRPr lang="en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21212"/>
    <a:srgbClr val="2A2A2A"/>
    <a:srgbClr val="4C4C4C"/>
    <a:srgbClr val="626262"/>
    <a:srgbClr val="FE1C1A"/>
    <a:srgbClr val="FF5402"/>
    <a:srgbClr val="156082"/>
    <a:srgbClr val="0FD96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497"/>
    <p:restoredTop sz="94694"/>
  </p:normalViewPr>
  <p:slideViewPr>
    <p:cSldViewPr snapToGrid="0">
      <p:cViewPr>
        <p:scale>
          <a:sx n="87" d="100"/>
          <a:sy n="87" d="100"/>
        </p:scale>
        <p:origin x="464" y="9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A80C6-AE77-CA3E-8C4B-0C42D65223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0812E1-AD23-9B43-2D52-E72027B227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01698C-72B1-0C46-4512-4125F6916B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4E451-BD74-DD47-84F9-A701CD909BE0}" type="datetimeFigureOut">
              <a:rPr lang="de-DE" smtClean="0"/>
              <a:t>30.12.25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486194-2A80-D304-BE39-585DA791E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B365E2-AA10-A872-75D3-F4C4193DC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DD88A-DB30-0247-B571-089F130171C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445490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E3E9F6-66B1-32EB-870E-1391F03C15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D1B067-3B5B-C6DE-B385-9145C824EE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7F9F31-B4A1-257B-7545-75EBC7DFCA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4E451-BD74-DD47-84F9-A701CD909BE0}" type="datetimeFigureOut">
              <a:rPr lang="de-DE" smtClean="0"/>
              <a:t>30.12.25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E7C874-DB23-7D1F-DFC0-CF049F931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77B981-BC87-B3D4-3934-02649C3411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DD88A-DB30-0247-B571-089F130171C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301442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05540-208C-DE28-7090-097C474D99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EB4437-935F-5A1B-DD89-AAA84FD6A8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B4604F-3122-CD9F-9909-AC92C7A34F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4E451-BD74-DD47-84F9-A701CD909BE0}" type="datetimeFigureOut">
              <a:rPr lang="de-DE" smtClean="0"/>
              <a:t>30.12.25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A17820-C57F-0F9C-0A68-885F25D7A4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01E8BE-B9A2-B5A3-E2C0-CDB4FEAE2A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DD88A-DB30-0247-B571-089F130171C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844158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0987CF-62E5-BB16-59FE-71ED88FEB3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628787-60BA-7611-9BF2-2836956E93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EED2C8-C568-DA5E-7849-276113A09A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508A3E-7B53-90F4-7DD7-C5AC53AA82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4E451-BD74-DD47-84F9-A701CD909BE0}" type="datetimeFigureOut">
              <a:rPr lang="de-DE" smtClean="0"/>
              <a:t>30.12.25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406D8F-7D38-15E6-C018-B9FBC235B0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BE72C0-EB5B-3B94-21F5-3C7A0488FA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DD88A-DB30-0247-B571-089F130171C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990424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3847F4-5369-7FAA-D371-469D7FEC97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6E4381-563E-36AB-5EF0-79CA019B98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CADDCC-B645-481F-C9BA-0D5C76A6DB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5AC852-BF3D-84A7-284A-4F1787E4AF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9A113C2-2351-A758-2CFB-25BED82ECF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979B723-9F2B-CDE6-B389-C72E896E9E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4E451-BD74-DD47-84F9-A701CD909BE0}" type="datetimeFigureOut">
              <a:rPr lang="de-DE" smtClean="0"/>
              <a:t>30.12.25</a:t>
            </a:fld>
            <a:endParaRPr lang="de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69EAC12-F73D-D986-0E35-92D44EC768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D1AAC8-CBED-7A1E-E027-E0ECCF50D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DD88A-DB30-0247-B571-089F130171C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482692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AE3BFE-B7E5-7389-E132-2CD8EF2CB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6EF38F-A4D7-2222-8B5F-92BBD65465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4E451-BD74-DD47-84F9-A701CD909BE0}" type="datetimeFigureOut">
              <a:rPr lang="de-DE" smtClean="0"/>
              <a:t>30.12.25</a:t>
            </a:fld>
            <a:endParaRPr lang="de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B538A2-7019-97EA-0453-DC421494E2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D6820C-42E9-96A8-640A-48A8AEACE7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DD88A-DB30-0247-B571-089F130171C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000658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383EB1-B653-990F-6C1B-9A3C0666F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4E451-BD74-DD47-84F9-A701CD909BE0}" type="datetimeFigureOut">
              <a:rPr lang="de-DE" smtClean="0"/>
              <a:t>30.12.25</a:t>
            </a:fld>
            <a:endParaRPr lang="de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E7B1015-2C34-7B3E-3F6B-DE3637187C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130648-F655-3042-9D70-8A8EEDE3D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DD88A-DB30-0247-B571-089F130171C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797710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81C556-BE15-1FC8-4EE2-6512760077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70D2BA-73DE-C780-F5C9-492E6F32D2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2E0B99-4F28-63D6-5EE7-4431BC0EE7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959759-DAA8-6A58-D9C6-50DE0AF0C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4E451-BD74-DD47-84F9-A701CD909BE0}" type="datetimeFigureOut">
              <a:rPr lang="de-DE" smtClean="0"/>
              <a:t>30.12.25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CC4BA8-5332-99A6-48D8-2EE27A7950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561ADC-3A65-B4BB-41FC-A8E24C5899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DD88A-DB30-0247-B571-089F130171C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107255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341441-75FE-5895-744B-4F2FEBB084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429AC2F-7181-230E-C589-28A452EF50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993C5E-3B43-8DFE-48F7-6D261E005B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A73138-F026-1815-11DD-D16C0A2746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4E451-BD74-DD47-84F9-A701CD909BE0}" type="datetimeFigureOut">
              <a:rPr lang="de-DE" smtClean="0"/>
              <a:t>30.12.25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74E7AA-D90A-6BF7-6A3D-8002FF06BA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3131C4-C2D7-DD6D-96F3-A587A9F8D5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DD88A-DB30-0247-B571-089F130171C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82531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13975D-7E77-EF99-3D59-649931DED2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D783DA-2324-0381-58B8-E5B0C8B4BE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DB8FF2-5B0C-FD8C-BE43-7379F1044E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4E451-BD74-DD47-84F9-A701CD909BE0}" type="datetimeFigureOut">
              <a:rPr lang="de-DE" smtClean="0"/>
              <a:t>30.12.25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D09920-332B-D340-04C5-071D5D883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08ECA4-290B-6D3D-BCF7-83C7527EEC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DD88A-DB30-0247-B571-089F130171C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544407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B465F40-1701-04B3-4D32-EF7824AEB9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0FFBD5-F8BF-7200-22AD-D25E793979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867E20-5193-1C69-E006-8051CB8341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4E451-BD74-DD47-84F9-A701CD909BE0}" type="datetimeFigureOut">
              <a:rPr lang="de-DE" smtClean="0"/>
              <a:t>30.12.25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3E816C-921A-70BC-0E2F-15DBCE52D0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F0C3E3-FE2A-AFDB-A657-9A0DC8002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DD88A-DB30-0247-B571-089F130171C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549226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76FFF3A7-3FD1-CD5A-45C3-6B7B8E03635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3"/>
            </p:custDataLst>
            <p:extLst>
              <p:ext uri="{D42A27DB-BD31-4B8C-83A1-F6EECF244321}">
                <p14:modId xmlns:p14="http://schemas.microsoft.com/office/powerpoint/2010/main" val="2961677169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4" imgW="7772400" imgH="10058400" progId="TCLayout.ActiveDocument.1">
                  <p:embed/>
                </p:oleObj>
              </mc:Choice>
              <mc:Fallback>
                <p:oleObj name="think-cell Slide" r:id="rId14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FF8465F-9087-04A0-E176-1C44144C94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EB008A-3B7B-3D22-A70E-A73CFA14CA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77A0EC-25A2-9D92-A003-84446368CC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A4E451-BD74-DD47-84F9-A701CD909BE0}" type="datetimeFigureOut">
              <a:rPr lang="de-DE" smtClean="0"/>
              <a:t>30.12.25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0B526C-6795-E7B7-02E4-CCE5011E6E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B9BE29-FAD3-C3C0-729A-6057D57ECA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BDD88A-DB30-0247-B571-089F130171C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430531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4" Type="http://schemas.openxmlformats.org/officeDocument/2006/relationships/image" Target="../media/image2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Relationship Id="rId5" Type="http://schemas.openxmlformats.org/officeDocument/2006/relationships/image" Target="../media/image3.png"/><Relationship Id="rId4" Type="http://schemas.openxmlformats.org/officeDocument/2006/relationships/image" Target="../media/image2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Relationship Id="rId4" Type="http://schemas.openxmlformats.org/officeDocument/2006/relationships/image" Target="../media/image2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1C7DD0DC-6039-5C07-468B-A375189384A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0385350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9" name="Group 38">
            <a:extLst>
              <a:ext uri="{FF2B5EF4-FFF2-40B4-BE49-F238E27FC236}">
                <a16:creationId xmlns:a16="http://schemas.microsoft.com/office/drawing/2014/main" id="{4AC55BB8-7804-1732-BE33-B8E4DC018842}"/>
              </a:ext>
            </a:extLst>
          </p:cNvPr>
          <p:cNvGrpSpPr/>
          <p:nvPr/>
        </p:nvGrpSpPr>
        <p:grpSpPr>
          <a:xfrm>
            <a:off x="-5794799" y="1082334"/>
            <a:ext cx="5316199" cy="5316199"/>
            <a:chOff x="2623060" y="383086"/>
            <a:chExt cx="5316199" cy="5316199"/>
          </a:xfrm>
        </p:grpSpPr>
        <p:sp>
          <p:nvSpPr>
            <p:cNvPr id="9" name="Rounded Rectangle 8">
              <a:extLst>
                <a:ext uri="{FF2B5EF4-FFF2-40B4-BE49-F238E27FC236}">
                  <a16:creationId xmlns:a16="http://schemas.microsoft.com/office/drawing/2014/main" id="{89B95055-1C33-9110-EAFA-7546C656D3DC}"/>
                </a:ext>
              </a:extLst>
            </p:cNvPr>
            <p:cNvSpPr/>
            <p:nvPr/>
          </p:nvSpPr>
          <p:spPr>
            <a:xfrm>
              <a:off x="2623060" y="383086"/>
              <a:ext cx="5316199" cy="5316199"/>
            </a:xfrm>
            <a:prstGeom prst="roundRect">
              <a:avLst>
                <a:gd name="adj" fmla="val 9214"/>
              </a:avLst>
            </a:prstGeom>
            <a:solidFill>
              <a:srgbClr val="12121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4C21E30F-781C-A084-5489-82EE6152A728}"/>
                </a:ext>
              </a:extLst>
            </p:cNvPr>
            <p:cNvSpPr/>
            <p:nvPr/>
          </p:nvSpPr>
          <p:spPr>
            <a:xfrm>
              <a:off x="4361010" y="2667698"/>
              <a:ext cx="1794453" cy="2100823"/>
            </a:xfrm>
            <a:custGeom>
              <a:avLst/>
              <a:gdLst>
                <a:gd name="csX0" fmla="*/ 851966 w 1225635"/>
                <a:gd name="csY0" fmla="*/ 0 h 1434890"/>
                <a:gd name="csX1" fmla="*/ 373669 w 1225635"/>
                <a:gd name="csY1" fmla="*/ 0 h 1434890"/>
                <a:gd name="csX2" fmla="*/ 373669 w 1225635"/>
                <a:gd name="csY2" fmla="*/ 717445 h 1434890"/>
                <a:gd name="csX3" fmla="*/ 0 w 1225635"/>
                <a:gd name="csY3" fmla="*/ 717445 h 1434890"/>
                <a:gd name="csX4" fmla="*/ 612818 w 1225635"/>
                <a:gd name="csY4" fmla="*/ 1434890 h 1434890"/>
                <a:gd name="csX5" fmla="*/ 1225635 w 1225635"/>
                <a:gd name="csY5" fmla="*/ 717445 h 1434890"/>
                <a:gd name="csX6" fmla="*/ 851966 w 1225635"/>
                <a:gd name="csY6" fmla="*/ 717445 h 143489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225635" h="1434890">
                  <a:moveTo>
                    <a:pt x="851966" y="0"/>
                  </a:moveTo>
                  <a:lnTo>
                    <a:pt x="373669" y="0"/>
                  </a:lnTo>
                  <a:lnTo>
                    <a:pt x="373669" y="717445"/>
                  </a:lnTo>
                  <a:lnTo>
                    <a:pt x="0" y="717445"/>
                  </a:lnTo>
                  <a:lnTo>
                    <a:pt x="612818" y="1434890"/>
                  </a:lnTo>
                  <a:lnTo>
                    <a:pt x="1225635" y="717445"/>
                  </a:lnTo>
                  <a:lnTo>
                    <a:pt x="851966" y="717445"/>
                  </a:lnTo>
                  <a:close/>
                </a:path>
              </a:pathLst>
            </a:custGeom>
            <a:solidFill>
              <a:srgbClr val="4C4C4C"/>
            </a:solidFill>
            <a:ln w="29865" cap="flat">
              <a:noFill/>
              <a:prstDash val="solid"/>
              <a:miter/>
            </a:ln>
          </p:spPr>
          <p:txBody>
            <a:bodyPr/>
            <a:lstStyle/>
            <a:p>
              <a:endParaRPr lang="de-DE"/>
            </a:p>
          </p:txBody>
        </p: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CD3D5655-7561-D9EB-38BA-C97CB05F96A6}"/>
                </a:ext>
              </a:extLst>
            </p:cNvPr>
            <p:cNvGrpSpPr/>
            <p:nvPr/>
          </p:nvGrpSpPr>
          <p:grpSpPr>
            <a:xfrm>
              <a:off x="4071708" y="2538266"/>
              <a:ext cx="2397634" cy="1005841"/>
              <a:chOff x="3843208" y="1335548"/>
              <a:chExt cx="3510373" cy="1472650"/>
            </a:xfrm>
          </p:grpSpPr>
          <p:sp>
            <p:nvSpPr>
              <p:cNvPr id="21" name="Freeform 20">
                <a:extLst>
                  <a:ext uri="{FF2B5EF4-FFF2-40B4-BE49-F238E27FC236}">
                    <a16:creationId xmlns:a16="http://schemas.microsoft.com/office/drawing/2014/main" id="{A998D977-424B-54E2-5D4F-0FB5111AC21E}"/>
                  </a:ext>
                </a:extLst>
              </p:cNvPr>
              <p:cNvSpPr/>
              <p:nvPr/>
            </p:nvSpPr>
            <p:spPr>
              <a:xfrm>
                <a:off x="4862074" y="1541950"/>
                <a:ext cx="453787" cy="1059849"/>
              </a:xfrm>
              <a:custGeom>
                <a:avLst/>
                <a:gdLst>
                  <a:gd name="csX0" fmla="*/ 226894 w 453787"/>
                  <a:gd name="csY0" fmla="*/ 0 h 1059849"/>
                  <a:gd name="csX1" fmla="*/ 238122 w 453787"/>
                  <a:gd name="csY1" fmla="*/ 9264 h 1059849"/>
                  <a:gd name="csX2" fmla="*/ 453787 w 453787"/>
                  <a:gd name="csY2" fmla="*/ 529924 h 1059849"/>
                  <a:gd name="csX3" fmla="*/ 238122 w 453787"/>
                  <a:gd name="csY3" fmla="*/ 1050584 h 1059849"/>
                  <a:gd name="csX4" fmla="*/ 226894 w 453787"/>
                  <a:gd name="csY4" fmla="*/ 1059849 h 1059849"/>
                  <a:gd name="csX5" fmla="*/ 215665 w 453787"/>
                  <a:gd name="csY5" fmla="*/ 1050584 h 1059849"/>
                  <a:gd name="csX6" fmla="*/ 0 w 453787"/>
                  <a:gd name="csY6" fmla="*/ 529924 h 1059849"/>
                  <a:gd name="csX7" fmla="*/ 215665 w 453787"/>
                  <a:gd name="csY7" fmla="*/ 9264 h 1059849"/>
                  <a:gd name="csX8" fmla="*/ 226894 w 453787"/>
                  <a:gd name="csY8" fmla="*/ 0 h 105984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453787" h="1059849">
                    <a:moveTo>
                      <a:pt x="226894" y="0"/>
                    </a:moveTo>
                    <a:lnTo>
                      <a:pt x="238122" y="9264"/>
                    </a:lnTo>
                    <a:cubicBezTo>
                      <a:pt x="371371" y="142512"/>
                      <a:pt x="453787" y="326594"/>
                      <a:pt x="453787" y="529924"/>
                    </a:cubicBezTo>
                    <a:cubicBezTo>
                      <a:pt x="453787" y="733255"/>
                      <a:pt x="371371" y="917336"/>
                      <a:pt x="238122" y="1050584"/>
                    </a:cubicBezTo>
                    <a:lnTo>
                      <a:pt x="226894" y="1059849"/>
                    </a:lnTo>
                    <a:lnTo>
                      <a:pt x="215665" y="1050584"/>
                    </a:lnTo>
                    <a:cubicBezTo>
                      <a:pt x="82416" y="917336"/>
                      <a:pt x="0" y="733255"/>
                      <a:pt x="0" y="529924"/>
                    </a:cubicBezTo>
                    <a:cubicBezTo>
                      <a:pt x="0" y="326594"/>
                      <a:pt x="82416" y="142512"/>
                      <a:pt x="215665" y="9264"/>
                    </a:cubicBezTo>
                    <a:lnTo>
                      <a:pt x="226894" y="0"/>
                    </a:lnTo>
                    <a:close/>
                  </a:path>
                </a:pathLst>
              </a:custGeom>
              <a:solidFill>
                <a:srgbClr val="121212"/>
              </a:solidFill>
              <a:ln w="57150">
                <a:solidFill>
                  <a:srgbClr val="12121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de-DE"/>
              </a:p>
            </p:txBody>
          </p:sp>
          <p:sp>
            <p:nvSpPr>
              <p:cNvPr id="20" name="Freeform 19">
                <a:extLst>
                  <a:ext uri="{FF2B5EF4-FFF2-40B4-BE49-F238E27FC236}">
                    <a16:creationId xmlns:a16="http://schemas.microsoft.com/office/drawing/2014/main" id="{1F4C2D95-B2D0-CB85-B768-26F3E4C4BD0F}"/>
                  </a:ext>
                </a:extLst>
              </p:cNvPr>
              <p:cNvSpPr/>
              <p:nvPr/>
            </p:nvSpPr>
            <p:spPr>
              <a:xfrm>
                <a:off x="5880937" y="1541950"/>
                <a:ext cx="453787" cy="1059849"/>
              </a:xfrm>
              <a:custGeom>
                <a:avLst/>
                <a:gdLst>
                  <a:gd name="csX0" fmla="*/ 226894 w 453787"/>
                  <a:gd name="csY0" fmla="*/ 0 h 1059849"/>
                  <a:gd name="csX1" fmla="*/ 238122 w 453787"/>
                  <a:gd name="csY1" fmla="*/ 9264 h 1059849"/>
                  <a:gd name="csX2" fmla="*/ 453787 w 453787"/>
                  <a:gd name="csY2" fmla="*/ 529924 h 1059849"/>
                  <a:gd name="csX3" fmla="*/ 238122 w 453787"/>
                  <a:gd name="csY3" fmla="*/ 1050584 h 1059849"/>
                  <a:gd name="csX4" fmla="*/ 226894 w 453787"/>
                  <a:gd name="csY4" fmla="*/ 1059849 h 1059849"/>
                  <a:gd name="csX5" fmla="*/ 215665 w 453787"/>
                  <a:gd name="csY5" fmla="*/ 1050584 h 1059849"/>
                  <a:gd name="csX6" fmla="*/ 0 w 453787"/>
                  <a:gd name="csY6" fmla="*/ 529924 h 1059849"/>
                  <a:gd name="csX7" fmla="*/ 215665 w 453787"/>
                  <a:gd name="csY7" fmla="*/ 9264 h 1059849"/>
                  <a:gd name="csX8" fmla="*/ 226894 w 453787"/>
                  <a:gd name="csY8" fmla="*/ 0 h 105984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453787" h="1059849">
                    <a:moveTo>
                      <a:pt x="226894" y="0"/>
                    </a:moveTo>
                    <a:lnTo>
                      <a:pt x="238122" y="9264"/>
                    </a:lnTo>
                    <a:cubicBezTo>
                      <a:pt x="371371" y="142512"/>
                      <a:pt x="453787" y="326594"/>
                      <a:pt x="453787" y="529924"/>
                    </a:cubicBezTo>
                    <a:cubicBezTo>
                      <a:pt x="453787" y="733255"/>
                      <a:pt x="371371" y="917336"/>
                      <a:pt x="238122" y="1050584"/>
                    </a:cubicBezTo>
                    <a:lnTo>
                      <a:pt x="226894" y="1059849"/>
                    </a:lnTo>
                    <a:lnTo>
                      <a:pt x="215665" y="1050584"/>
                    </a:lnTo>
                    <a:cubicBezTo>
                      <a:pt x="82416" y="917336"/>
                      <a:pt x="0" y="733255"/>
                      <a:pt x="0" y="529924"/>
                    </a:cubicBezTo>
                    <a:cubicBezTo>
                      <a:pt x="0" y="326594"/>
                      <a:pt x="82416" y="142512"/>
                      <a:pt x="215665" y="9264"/>
                    </a:cubicBezTo>
                    <a:lnTo>
                      <a:pt x="226894" y="0"/>
                    </a:lnTo>
                    <a:close/>
                  </a:path>
                </a:pathLst>
              </a:custGeom>
              <a:solidFill>
                <a:srgbClr val="121212"/>
              </a:solidFill>
              <a:ln w="57150">
                <a:solidFill>
                  <a:srgbClr val="12121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de-DE"/>
              </a:p>
            </p:txBody>
          </p:sp>
          <p:sp>
            <p:nvSpPr>
              <p:cNvPr id="19" name="Freeform 18">
                <a:extLst>
                  <a:ext uri="{FF2B5EF4-FFF2-40B4-BE49-F238E27FC236}">
                    <a16:creationId xmlns:a16="http://schemas.microsoft.com/office/drawing/2014/main" id="{EDF1B8DF-F67E-BDE4-6987-F8FB05284FC7}"/>
                  </a:ext>
                </a:extLst>
              </p:cNvPr>
              <p:cNvSpPr/>
              <p:nvPr/>
            </p:nvSpPr>
            <p:spPr>
              <a:xfrm>
                <a:off x="3843211" y="1335548"/>
                <a:ext cx="1245757" cy="1472650"/>
              </a:xfrm>
              <a:custGeom>
                <a:avLst/>
                <a:gdLst>
                  <a:gd name="csX0" fmla="*/ 736325 w 1245757"/>
                  <a:gd name="csY0" fmla="*/ 0 h 1472650"/>
                  <a:gd name="csX1" fmla="*/ 1148011 w 1245757"/>
                  <a:gd name="csY1" fmla="*/ 125753 h 1472650"/>
                  <a:gd name="csX2" fmla="*/ 1245757 w 1245757"/>
                  <a:gd name="csY2" fmla="*/ 206401 h 1472650"/>
                  <a:gd name="csX3" fmla="*/ 1234528 w 1245757"/>
                  <a:gd name="csY3" fmla="*/ 215665 h 1472650"/>
                  <a:gd name="csX4" fmla="*/ 1018863 w 1245757"/>
                  <a:gd name="csY4" fmla="*/ 736325 h 1472650"/>
                  <a:gd name="csX5" fmla="*/ 1234528 w 1245757"/>
                  <a:gd name="csY5" fmla="*/ 1256985 h 1472650"/>
                  <a:gd name="csX6" fmla="*/ 1245757 w 1245757"/>
                  <a:gd name="csY6" fmla="*/ 1266250 h 1472650"/>
                  <a:gd name="csX7" fmla="*/ 1148011 w 1245757"/>
                  <a:gd name="csY7" fmla="*/ 1346897 h 1472650"/>
                  <a:gd name="csX8" fmla="*/ 736325 w 1245757"/>
                  <a:gd name="csY8" fmla="*/ 1472650 h 1472650"/>
                  <a:gd name="csX9" fmla="*/ 0 w 1245757"/>
                  <a:gd name="csY9" fmla="*/ 736325 h 1472650"/>
                  <a:gd name="csX10" fmla="*/ 736325 w 1245757"/>
                  <a:gd name="csY10" fmla="*/ 0 h 14726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</a:cxnLst>
                <a:rect l="l" t="t" r="r" b="b"/>
                <a:pathLst>
                  <a:path w="1245757" h="1472650">
                    <a:moveTo>
                      <a:pt x="736325" y="0"/>
                    </a:moveTo>
                    <a:cubicBezTo>
                      <a:pt x="888823" y="0"/>
                      <a:pt x="1030493" y="46359"/>
                      <a:pt x="1148011" y="125753"/>
                    </a:cubicBezTo>
                    <a:lnTo>
                      <a:pt x="1245757" y="206401"/>
                    </a:lnTo>
                    <a:lnTo>
                      <a:pt x="1234528" y="215665"/>
                    </a:lnTo>
                    <a:cubicBezTo>
                      <a:pt x="1101279" y="348913"/>
                      <a:pt x="1018863" y="532995"/>
                      <a:pt x="1018863" y="736325"/>
                    </a:cubicBezTo>
                    <a:cubicBezTo>
                      <a:pt x="1018863" y="939656"/>
                      <a:pt x="1101279" y="1123737"/>
                      <a:pt x="1234528" y="1256985"/>
                    </a:cubicBezTo>
                    <a:lnTo>
                      <a:pt x="1245757" y="1266250"/>
                    </a:lnTo>
                    <a:lnTo>
                      <a:pt x="1148011" y="1346897"/>
                    </a:lnTo>
                    <a:cubicBezTo>
                      <a:pt x="1030493" y="1426291"/>
                      <a:pt x="888823" y="1472650"/>
                      <a:pt x="736325" y="1472650"/>
                    </a:cubicBezTo>
                    <a:cubicBezTo>
                      <a:pt x="329664" y="1472650"/>
                      <a:pt x="0" y="1142986"/>
                      <a:pt x="0" y="736325"/>
                    </a:cubicBezTo>
                    <a:cubicBezTo>
                      <a:pt x="0" y="329664"/>
                      <a:pt x="329664" y="0"/>
                      <a:pt x="736325" y="0"/>
                    </a:cubicBezTo>
                    <a:close/>
                  </a:path>
                </a:pathLst>
              </a:custGeom>
              <a:solidFill>
                <a:srgbClr val="0FD961"/>
              </a:solidFill>
              <a:ln w="57150">
                <a:solidFill>
                  <a:srgbClr val="12121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de-DE"/>
              </a:p>
            </p:txBody>
          </p:sp>
          <p:sp>
            <p:nvSpPr>
              <p:cNvPr id="18" name="Freeform 17">
                <a:extLst>
                  <a:ext uri="{FF2B5EF4-FFF2-40B4-BE49-F238E27FC236}">
                    <a16:creationId xmlns:a16="http://schemas.microsoft.com/office/drawing/2014/main" id="{7E2DD0E8-ACA4-41A8-39DE-C42B9A59EB4A}"/>
                  </a:ext>
                </a:extLst>
              </p:cNvPr>
              <p:cNvSpPr/>
              <p:nvPr/>
            </p:nvSpPr>
            <p:spPr>
              <a:xfrm>
                <a:off x="5088968" y="1335548"/>
                <a:ext cx="1018863" cy="1472650"/>
              </a:xfrm>
              <a:custGeom>
                <a:avLst/>
                <a:gdLst>
                  <a:gd name="csX0" fmla="*/ 509431 w 1018863"/>
                  <a:gd name="csY0" fmla="*/ 0 h 1472650"/>
                  <a:gd name="csX1" fmla="*/ 921117 w 1018863"/>
                  <a:gd name="csY1" fmla="*/ 125753 h 1472650"/>
                  <a:gd name="csX2" fmla="*/ 1018863 w 1018863"/>
                  <a:gd name="csY2" fmla="*/ 206401 h 1472650"/>
                  <a:gd name="csX3" fmla="*/ 1007634 w 1018863"/>
                  <a:gd name="csY3" fmla="*/ 215665 h 1472650"/>
                  <a:gd name="csX4" fmla="*/ 791969 w 1018863"/>
                  <a:gd name="csY4" fmla="*/ 736325 h 1472650"/>
                  <a:gd name="csX5" fmla="*/ 1007634 w 1018863"/>
                  <a:gd name="csY5" fmla="*/ 1256985 h 1472650"/>
                  <a:gd name="csX6" fmla="*/ 1018863 w 1018863"/>
                  <a:gd name="csY6" fmla="*/ 1266250 h 1472650"/>
                  <a:gd name="csX7" fmla="*/ 921117 w 1018863"/>
                  <a:gd name="csY7" fmla="*/ 1346897 h 1472650"/>
                  <a:gd name="csX8" fmla="*/ 509431 w 1018863"/>
                  <a:gd name="csY8" fmla="*/ 1472650 h 1472650"/>
                  <a:gd name="csX9" fmla="*/ 97745 w 1018863"/>
                  <a:gd name="csY9" fmla="*/ 1346897 h 1472650"/>
                  <a:gd name="csX10" fmla="*/ 0 w 1018863"/>
                  <a:gd name="csY10" fmla="*/ 1266250 h 1472650"/>
                  <a:gd name="csX11" fmla="*/ 11228 w 1018863"/>
                  <a:gd name="csY11" fmla="*/ 1256985 h 1472650"/>
                  <a:gd name="csX12" fmla="*/ 226893 w 1018863"/>
                  <a:gd name="csY12" fmla="*/ 736325 h 1472650"/>
                  <a:gd name="csX13" fmla="*/ 11228 w 1018863"/>
                  <a:gd name="csY13" fmla="*/ 215665 h 1472650"/>
                  <a:gd name="csX14" fmla="*/ 0 w 1018863"/>
                  <a:gd name="csY14" fmla="*/ 206401 h 1472650"/>
                  <a:gd name="csX15" fmla="*/ 97745 w 1018863"/>
                  <a:gd name="csY15" fmla="*/ 125753 h 1472650"/>
                  <a:gd name="csX16" fmla="*/ 509431 w 1018863"/>
                  <a:gd name="csY16" fmla="*/ 0 h 14726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</a:cxnLst>
                <a:rect l="l" t="t" r="r" b="b"/>
                <a:pathLst>
                  <a:path w="1018863" h="1472650">
                    <a:moveTo>
                      <a:pt x="509431" y="0"/>
                    </a:moveTo>
                    <a:cubicBezTo>
                      <a:pt x="661929" y="0"/>
                      <a:pt x="803599" y="46359"/>
                      <a:pt x="921117" y="125753"/>
                    </a:cubicBezTo>
                    <a:lnTo>
                      <a:pt x="1018863" y="206401"/>
                    </a:lnTo>
                    <a:lnTo>
                      <a:pt x="1007634" y="215665"/>
                    </a:lnTo>
                    <a:cubicBezTo>
                      <a:pt x="874385" y="348913"/>
                      <a:pt x="791969" y="532995"/>
                      <a:pt x="791969" y="736325"/>
                    </a:cubicBezTo>
                    <a:cubicBezTo>
                      <a:pt x="791969" y="939656"/>
                      <a:pt x="874385" y="1123737"/>
                      <a:pt x="1007634" y="1256985"/>
                    </a:cubicBezTo>
                    <a:lnTo>
                      <a:pt x="1018863" y="1266250"/>
                    </a:lnTo>
                    <a:lnTo>
                      <a:pt x="921117" y="1346897"/>
                    </a:lnTo>
                    <a:cubicBezTo>
                      <a:pt x="803599" y="1426291"/>
                      <a:pt x="661929" y="1472650"/>
                      <a:pt x="509431" y="1472650"/>
                    </a:cubicBezTo>
                    <a:cubicBezTo>
                      <a:pt x="356933" y="1472650"/>
                      <a:pt x="215263" y="1426291"/>
                      <a:pt x="97745" y="1346897"/>
                    </a:cubicBezTo>
                    <a:lnTo>
                      <a:pt x="0" y="1266250"/>
                    </a:lnTo>
                    <a:lnTo>
                      <a:pt x="11228" y="1256985"/>
                    </a:lnTo>
                    <a:cubicBezTo>
                      <a:pt x="144477" y="1123737"/>
                      <a:pt x="226893" y="939656"/>
                      <a:pt x="226893" y="736325"/>
                    </a:cubicBezTo>
                    <a:cubicBezTo>
                      <a:pt x="226893" y="532995"/>
                      <a:pt x="144477" y="348913"/>
                      <a:pt x="11228" y="215665"/>
                    </a:cubicBezTo>
                    <a:lnTo>
                      <a:pt x="0" y="206401"/>
                    </a:lnTo>
                    <a:lnTo>
                      <a:pt x="97745" y="125753"/>
                    </a:lnTo>
                    <a:cubicBezTo>
                      <a:pt x="215263" y="46359"/>
                      <a:pt x="356933" y="0"/>
                      <a:pt x="509431" y="0"/>
                    </a:cubicBezTo>
                    <a:close/>
                  </a:path>
                </a:pathLst>
              </a:custGeom>
              <a:solidFill>
                <a:srgbClr val="FF5402"/>
              </a:solidFill>
              <a:ln w="57150">
                <a:solidFill>
                  <a:srgbClr val="12121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de-DE"/>
              </a:p>
            </p:txBody>
          </p:sp>
          <p:sp>
            <p:nvSpPr>
              <p:cNvPr id="17" name="Freeform 16">
                <a:extLst>
                  <a:ext uri="{FF2B5EF4-FFF2-40B4-BE49-F238E27FC236}">
                    <a16:creationId xmlns:a16="http://schemas.microsoft.com/office/drawing/2014/main" id="{15771D50-F649-C157-2BCC-4D3368EEE322}"/>
                  </a:ext>
                </a:extLst>
              </p:cNvPr>
              <p:cNvSpPr/>
              <p:nvPr/>
            </p:nvSpPr>
            <p:spPr>
              <a:xfrm>
                <a:off x="6107830" y="1335548"/>
                <a:ext cx="1245756" cy="1472650"/>
              </a:xfrm>
              <a:custGeom>
                <a:avLst/>
                <a:gdLst>
                  <a:gd name="csX0" fmla="*/ 509431 w 1245756"/>
                  <a:gd name="csY0" fmla="*/ 0 h 1472650"/>
                  <a:gd name="csX1" fmla="*/ 1245756 w 1245756"/>
                  <a:gd name="csY1" fmla="*/ 736325 h 1472650"/>
                  <a:gd name="csX2" fmla="*/ 509431 w 1245756"/>
                  <a:gd name="csY2" fmla="*/ 1472650 h 1472650"/>
                  <a:gd name="csX3" fmla="*/ 97745 w 1245756"/>
                  <a:gd name="csY3" fmla="*/ 1346897 h 1472650"/>
                  <a:gd name="csX4" fmla="*/ 0 w 1245756"/>
                  <a:gd name="csY4" fmla="*/ 1266250 h 1472650"/>
                  <a:gd name="csX5" fmla="*/ 11228 w 1245756"/>
                  <a:gd name="csY5" fmla="*/ 1256985 h 1472650"/>
                  <a:gd name="csX6" fmla="*/ 226893 w 1245756"/>
                  <a:gd name="csY6" fmla="*/ 736325 h 1472650"/>
                  <a:gd name="csX7" fmla="*/ 11228 w 1245756"/>
                  <a:gd name="csY7" fmla="*/ 215665 h 1472650"/>
                  <a:gd name="csX8" fmla="*/ 0 w 1245756"/>
                  <a:gd name="csY8" fmla="*/ 206401 h 1472650"/>
                  <a:gd name="csX9" fmla="*/ 97745 w 1245756"/>
                  <a:gd name="csY9" fmla="*/ 125753 h 1472650"/>
                  <a:gd name="csX10" fmla="*/ 509431 w 1245756"/>
                  <a:gd name="csY10" fmla="*/ 0 h 14726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</a:cxnLst>
                <a:rect l="l" t="t" r="r" b="b"/>
                <a:pathLst>
                  <a:path w="1245756" h="1472650">
                    <a:moveTo>
                      <a:pt x="509431" y="0"/>
                    </a:moveTo>
                    <a:cubicBezTo>
                      <a:pt x="916092" y="0"/>
                      <a:pt x="1245756" y="329664"/>
                      <a:pt x="1245756" y="736325"/>
                    </a:cubicBezTo>
                    <a:cubicBezTo>
                      <a:pt x="1245756" y="1142986"/>
                      <a:pt x="916092" y="1472650"/>
                      <a:pt x="509431" y="1472650"/>
                    </a:cubicBezTo>
                    <a:cubicBezTo>
                      <a:pt x="356933" y="1472650"/>
                      <a:pt x="215263" y="1426291"/>
                      <a:pt x="97745" y="1346897"/>
                    </a:cubicBezTo>
                    <a:lnTo>
                      <a:pt x="0" y="1266250"/>
                    </a:lnTo>
                    <a:lnTo>
                      <a:pt x="11228" y="1256985"/>
                    </a:lnTo>
                    <a:cubicBezTo>
                      <a:pt x="144477" y="1123737"/>
                      <a:pt x="226893" y="939656"/>
                      <a:pt x="226893" y="736325"/>
                    </a:cubicBezTo>
                    <a:cubicBezTo>
                      <a:pt x="226893" y="532995"/>
                      <a:pt x="144477" y="348913"/>
                      <a:pt x="11228" y="215665"/>
                    </a:cubicBezTo>
                    <a:lnTo>
                      <a:pt x="0" y="206401"/>
                    </a:lnTo>
                    <a:lnTo>
                      <a:pt x="97745" y="125753"/>
                    </a:lnTo>
                    <a:cubicBezTo>
                      <a:pt x="215263" y="46359"/>
                      <a:pt x="356933" y="0"/>
                      <a:pt x="509431" y="0"/>
                    </a:cubicBezTo>
                    <a:close/>
                  </a:path>
                </a:pathLst>
              </a:custGeom>
              <a:solidFill>
                <a:srgbClr val="FE1C1A"/>
              </a:solidFill>
              <a:ln w="57150">
                <a:solidFill>
                  <a:srgbClr val="12121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de-DE"/>
              </a:p>
            </p:txBody>
          </p:sp>
        </p:grp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DCC6B3AB-390C-7A5B-0370-6D860226F394}"/>
                </a:ext>
              </a:extLst>
            </p:cNvPr>
            <p:cNvSpPr/>
            <p:nvPr/>
          </p:nvSpPr>
          <p:spPr>
            <a:xfrm>
              <a:off x="3065999" y="1337837"/>
              <a:ext cx="4430320" cy="2695222"/>
            </a:xfrm>
            <a:custGeom>
              <a:avLst/>
              <a:gdLst>
                <a:gd name="csX0" fmla="*/ 2349424 w 2750880"/>
                <a:gd name="csY0" fmla="*/ 743833 h 1673521"/>
                <a:gd name="csX1" fmla="*/ 2125222 w 2750880"/>
                <a:gd name="csY1" fmla="*/ 379131 h 1673521"/>
                <a:gd name="csX2" fmla="*/ 1697745 w 2750880"/>
                <a:gd name="csY2" fmla="*/ 289451 h 1673521"/>
                <a:gd name="csX3" fmla="*/ 1019161 w 2750880"/>
                <a:gd name="csY3" fmla="*/ 17420 h 1673521"/>
                <a:gd name="csX4" fmla="*/ 534886 w 2750880"/>
                <a:gd name="csY4" fmla="*/ 555503 h 1673521"/>
                <a:gd name="csX5" fmla="*/ 107408 w 2750880"/>
                <a:gd name="csY5" fmla="*/ 776715 h 1673521"/>
                <a:gd name="csX6" fmla="*/ 50611 w 2750880"/>
                <a:gd name="csY6" fmla="*/ 1350672 h 1673521"/>
                <a:gd name="csX7" fmla="*/ 519939 w 2750880"/>
                <a:gd name="csY7" fmla="*/ 1670532 h 1673521"/>
                <a:gd name="csX8" fmla="*/ 738162 w 2750880"/>
                <a:gd name="csY8" fmla="*/ 1670532 h 1673521"/>
                <a:gd name="csX9" fmla="*/ 657449 w 2750880"/>
                <a:gd name="csY9" fmla="*/ 1571884 h 1673521"/>
                <a:gd name="csX10" fmla="*/ 582716 w 2750880"/>
                <a:gd name="csY10" fmla="*/ 1485192 h 1673521"/>
                <a:gd name="csX11" fmla="*/ 528907 w 2750880"/>
                <a:gd name="csY11" fmla="*/ 1485192 h 1673521"/>
                <a:gd name="csX12" fmla="*/ 215025 w 2750880"/>
                <a:gd name="csY12" fmla="*/ 1272948 h 1673521"/>
                <a:gd name="csX13" fmla="*/ 253887 w 2750880"/>
                <a:gd name="csY13" fmla="*/ 890311 h 1673521"/>
                <a:gd name="csX14" fmla="*/ 606630 w 2750880"/>
                <a:gd name="csY14" fmla="*/ 746822 h 1673521"/>
                <a:gd name="csX15" fmla="*/ 711258 w 2750880"/>
                <a:gd name="csY15" fmla="*/ 764758 h 1673521"/>
                <a:gd name="csX16" fmla="*/ 711258 w 2750880"/>
                <a:gd name="csY16" fmla="*/ 648173 h 1673521"/>
                <a:gd name="csX17" fmla="*/ 1061012 w 2750880"/>
                <a:gd name="csY17" fmla="*/ 199770 h 1673521"/>
                <a:gd name="csX18" fmla="*/ 1575181 w 2750880"/>
                <a:gd name="csY18" fmla="*/ 438918 h 1673521"/>
                <a:gd name="csX19" fmla="*/ 1611053 w 2750880"/>
                <a:gd name="csY19" fmla="*/ 510663 h 1673521"/>
                <a:gd name="csX20" fmla="*/ 1685787 w 2750880"/>
                <a:gd name="csY20" fmla="*/ 483759 h 1673521"/>
                <a:gd name="csX21" fmla="*/ 2020595 w 2750880"/>
                <a:gd name="csY21" fmla="*/ 531588 h 1673521"/>
                <a:gd name="csX22" fmla="*/ 2176042 w 2750880"/>
                <a:gd name="csY22" fmla="*/ 833513 h 1673521"/>
                <a:gd name="csX23" fmla="*/ 2176042 w 2750880"/>
                <a:gd name="csY23" fmla="*/ 926183 h 1673521"/>
                <a:gd name="csX24" fmla="*/ 2298605 w 2750880"/>
                <a:gd name="csY24" fmla="*/ 926183 h 1673521"/>
                <a:gd name="csX25" fmla="*/ 2567647 w 2750880"/>
                <a:gd name="csY25" fmla="*/ 1207183 h 1673521"/>
                <a:gd name="csX26" fmla="*/ 2295616 w 2750880"/>
                <a:gd name="csY26" fmla="*/ 1485192 h 1673521"/>
                <a:gd name="csX27" fmla="*/ 2140169 w 2750880"/>
                <a:gd name="csY27" fmla="*/ 1485192 h 1673521"/>
                <a:gd name="csX28" fmla="*/ 2062446 w 2750880"/>
                <a:gd name="csY28" fmla="*/ 1571884 h 1673521"/>
                <a:gd name="csX29" fmla="*/ 1978744 w 2750880"/>
                <a:gd name="csY29" fmla="*/ 1673522 h 1673521"/>
                <a:gd name="csX30" fmla="*/ 2295616 w 2750880"/>
                <a:gd name="csY30" fmla="*/ 1673522 h 1673521"/>
                <a:gd name="csX31" fmla="*/ 2749997 w 2750880"/>
                <a:gd name="csY31" fmla="*/ 1234087 h 1673521"/>
                <a:gd name="csX32" fmla="*/ 2349424 w 2750880"/>
                <a:gd name="csY32" fmla="*/ 743833 h 167352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</a:cxnLst>
              <a:rect l="l" t="t" r="r" b="b"/>
              <a:pathLst>
                <a:path w="2750880" h="1673521">
                  <a:moveTo>
                    <a:pt x="2349424" y="743833"/>
                  </a:moveTo>
                  <a:cubicBezTo>
                    <a:pt x="2325509" y="597354"/>
                    <a:pt x="2244797" y="465823"/>
                    <a:pt x="2125222" y="379131"/>
                  </a:cubicBezTo>
                  <a:cubicBezTo>
                    <a:pt x="2002659" y="292440"/>
                    <a:pt x="1847212" y="259557"/>
                    <a:pt x="1697745" y="289451"/>
                  </a:cubicBezTo>
                  <a:cubicBezTo>
                    <a:pt x="1551266" y="65249"/>
                    <a:pt x="1279235" y="-45357"/>
                    <a:pt x="1019161" y="17420"/>
                  </a:cubicBezTo>
                  <a:cubicBezTo>
                    <a:pt x="765066" y="83185"/>
                    <a:pt x="573748" y="295429"/>
                    <a:pt x="534886" y="555503"/>
                  </a:cubicBezTo>
                  <a:cubicBezTo>
                    <a:pt x="367482" y="561482"/>
                    <a:pt x="209046" y="642195"/>
                    <a:pt x="107408" y="776715"/>
                  </a:cubicBezTo>
                  <a:cubicBezTo>
                    <a:pt x="-12166" y="944119"/>
                    <a:pt x="-33091" y="1162342"/>
                    <a:pt x="50611" y="1350672"/>
                  </a:cubicBezTo>
                  <a:cubicBezTo>
                    <a:pt x="137302" y="1536012"/>
                    <a:pt x="316663" y="1658575"/>
                    <a:pt x="519939" y="1670532"/>
                  </a:cubicBezTo>
                  <a:lnTo>
                    <a:pt x="738162" y="1670532"/>
                  </a:lnTo>
                  <a:lnTo>
                    <a:pt x="657449" y="1571884"/>
                  </a:lnTo>
                  <a:lnTo>
                    <a:pt x="582716" y="1485192"/>
                  </a:lnTo>
                  <a:lnTo>
                    <a:pt x="528907" y="1485192"/>
                  </a:lnTo>
                  <a:cubicBezTo>
                    <a:pt x="394386" y="1476224"/>
                    <a:pt x="274812" y="1395512"/>
                    <a:pt x="215025" y="1272948"/>
                  </a:cubicBezTo>
                  <a:cubicBezTo>
                    <a:pt x="158227" y="1147395"/>
                    <a:pt x="173174" y="1003906"/>
                    <a:pt x="253887" y="890311"/>
                  </a:cubicBezTo>
                  <a:cubicBezTo>
                    <a:pt x="334599" y="779705"/>
                    <a:pt x="469120" y="725896"/>
                    <a:pt x="606630" y="746822"/>
                  </a:cubicBezTo>
                  <a:lnTo>
                    <a:pt x="711258" y="764758"/>
                  </a:lnTo>
                  <a:lnTo>
                    <a:pt x="711258" y="648173"/>
                  </a:lnTo>
                  <a:cubicBezTo>
                    <a:pt x="711258" y="435929"/>
                    <a:pt x="854747" y="250589"/>
                    <a:pt x="1061012" y="199770"/>
                  </a:cubicBezTo>
                  <a:cubicBezTo>
                    <a:pt x="1267278" y="148951"/>
                    <a:pt x="1479522" y="250589"/>
                    <a:pt x="1575181" y="438918"/>
                  </a:cubicBezTo>
                  <a:lnTo>
                    <a:pt x="1611053" y="510663"/>
                  </a:lnTo>
                  <a:lnTo>
                    <a:pt x="1685787" y="483759"/>
                  </a:lnTo>
                  <a:cubicBezTo>
                    <a:pt x="1799383" y="444897"/>
                    <a:pt x="1921946" y="462833"/>
                    <a:pt x="2020595" y="531588"/>
                  </a:cubicBezTo>
                  <a:cubicBezTo>
                    <a:pt x="2116254" y="603333"/>
                    <a:pt x="2173052" y="713939"/>
                    <a:pt x="2176042" y="833513"/>
                  </a:cubicBezTo>
                  <a:lnTo>
                    <a:pt x="2176042" y="926183"/>
                  </a:lnTo>
                  <a:lnTo>
                    <a:pt x="2298605" y="926183"/>
                  </a:lnTo>
                  <a:cubicBezTo>
                    <a:pt x="2451062" y="932162"/>
                    <a:pt x="2570636" y="1057715"/>
                    <a:pt x="2567647" y="1207183"/>
                  </a:cubicBezTo>
                  <a:cubicBezTo>
                    <a:pt x="2567647" y="1359640"/>
                    <a:pt x="2445083" y="1482203"/>
                    <a:pt x="2295616" y="1485192"/>
                  </a:cubicBezTo>
                  <a:lnTo>
                    <a:pt x="2140169" y="1485192"/>
                  </a:lnTo>
                  <a:lnTo>
                    <a:pt x="2062446" y="1571884"/>
                  </a:lnTo>
                  <a:lnTo>
                    <a:pt x="1978744" y="1673522"/>
                  </a:lnTo>
                  <a:lnTo>
                    <a:pt x="2295616" y="1673522"/>
                  </a:lnTo>
                  <a:cubicBezTo>
                    <a:pt x="2537753" y="1667543"/>
                    <a:pt x="2735051" y="1476224"/>
                    <a:pt x="2749997" y="1234087"/>
                  </a:cubicBezTo>
                  <a:cubicBezTo>
                    <a:pt x="2764944" y="991949"/>
                    <a:pt x="2588572" y="779705"/>
                    <a:pt x="2349424" y="743833"/>
                  </a:cubicBezTo>
                  <a:close/>
                </a:path>
              </a:pathLst>
            </a:custGeom>
            <a:solidFill>
              <a:srgbClr val="4C4C4C"/>
            </a:solidFill>
            <a:ln w="29865" cap="flat">
              <a:noFill/>
              <a:prstDash val="solid"/>
              <a:miter/>
            </a:ln>
          </p:spPr>
          <p:txBody>
            <a:bodyPr/>
            <a:lstStyle/>
            <a:p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20463584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5B0AAB-7236-2A44-3B4D-0A18994509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3F95DD4E-B674-F238-8CE0-C356E008087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12554139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C7DD0DC-6039-5C07-468B-A375189384A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" name="Group 10">
            <a:extLst>
              <a:ext uri="{FF2B5EF4-FFF2-40B4-BE49-F238E27FC236}">
                <a16:creationId xmlns:a16="http://schemas.microsoft.com/office/drawing/2014/main" id="{C243AFD8-FAF8-3EE4-64BA-E15CF3AC89FB}"/>
              </a:ext>
            </a:extLst>
          </p:cNvPr>
          <p:cNvGrpSpPr/>
          <p:nvPr/>
        </p:nvGrpSpPr>
        <p:grpSpPr>
          <a:xfrm>
            <a:off x="1930750" y="716191"/>
            <a:ext cx="9612019" cy="3897596"/>
            <a:chOff x="1930750" y="716191"/>
            <a:chExt cx="9612019" cy="3897596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30C90170-9742-8587-C81A-A653F4E68B0E}"/>
                </a:ext>
              </a:extLst>
            </p:cNvPr>
            <p:cNvGrpSpPr/>
            <p:nvPr/>
          </p:nvGrpSpPr>
          <p:grpSpPr>
            <a:xfrm>
              <a:off x="1930750" y="1646392"/>
              <a:ext cx="1839619" cy="1839619"/>
              <a:chOff x="2623060" y="412903"/>
              <a:chExt cx="5316199" cy="5316199"/>
            </a:xfrm>
            <a:effectLst>
              <a:outerShdw blurRad="279400" sx="104000" sy="104000" algn="ctr" rotWithShape="0">
                <a:prstClr val="black">
                  <a:alpha val="33000"/>
                </a:prstClr>
              </a:outerShdw>
            </a:effectLst>
          </p:grpSpPr>
          <p:sp>
            <p:nvSpPr>
              <p:cNvPr id="9" name="Rounded Rectangle 8">
                <a:extLst>
                  <a:ext uri="{FF2B5EF4-FFF2-40B4-BE49-F238E27FC236}">
                    <a16:creationId xmlns:a16="http://schemas.microsoft.com/office/drawing/2014/main" id="{44B02928-1797-B66F-D772-FF82DF338D86}"/>
                  </a:ext>
                </a:extLst>
              </p:cNvPr>
              <p:cNvSpPr/>
              <p:nvPr/>
            </p:nvSpPr>
            <p:spPr>
              <a:xfrm>
                <a:off x="2623060" y="412903"/>
                <a:ext cx="5316199" cy="5316199"/>
              </a:xfrm>
              <a:prstGeom prst="roundRect">
                <a:avLst>
                  <a:gd name="adj" fmla="val 9214"/>
                </a:avLst>
              </a:prstGeom>
              <a:solidFill>
                <a:srgbClr val="12121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29" name="Freeform 28">
                <a:extLst>
                  <a:ext uri="{FF2B5EF4-FFF2-40B4-BE49-F238E27FC236}">
                    <a16:creationId xmlns:a16="http://schemas.microsoft.com/office/drawing/2014/main" id="{6E1E8D7D-98D4-5201-9437-77CD68DC0ED1}"/>
                  </a:ext>
                </a:extLst>
              </p:cNvPr>
              <p:cNvSpPr/>
              <p:nvPr/>
            </p:nvSpPr>
            <p:spPr>
              <a:xfrm>
                <a:off x="4361010" y="2672864"/>
                <a:ext cx="1794453" cy="2100823"/>
              </a:xfrm>
              <a:custGeom>
                <a:avLst/>
                <a:gdLst>
                  <a:gd name="csX0" fmla="*/ 851966 w 1225635"/>
                  <a:gd name="csY0" fmla="*/ 0 h 1434890"/>
                  <a:gd name="csX1" fmla="*/ 373669 w 1225635"/>
                  <a:gd name="csY1" fmla="*/ 0 h 1434890"/>
                  <a:gd name="csX2" fmla="*/ 373669 w 1225635"/>
                  <a:gd name="csY2" fmla="*/ 717445 h 1434890"/>
                  <a:gd name="csX3" fmla="*/ 0 w 1225635"/>
                  <a:gd name="csY3" fmla="*/ 717445 h 1434890"/>
                  <a:gd name="csX4" fmla="*/ 612818 w 1225635"/>
                  <a:gd name="csY4" fmla="*/ 1434890 h 1434890"/>
                  <a:gd name="csX5" fmla="*/ 1225635 w 1225635"/>
                  <a:gd name="csY5" fmla="*/ 717445 h 1434890"/>
                  <a:gd name="csX6" fmla="*/ 851966 w 1225635"/>
                  <a:gd name="csY6" fmla="*/ 717445 h 143489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1225635" h="1434890">
                    <a:moveTo>
                      <a:pt x="851966" y="0"/>
                    </a:moveTo>
                    <a:lnTo>
                      <a:pt x="373669" y="0"/>
                    </a:lnTo>
                    <a:lnTo>
                      <a:pt x="373669" y="717445"/>
                    </a:lnTo>
                    <a:lnTo>
                      <a:pt x="0" y="717445"/>
                    </a:lnTo>
                    <a:lnTo>
                      <a:pt x="612818" y="1434890"/>
                    </a:lnTo>
                    <a:lnTo>
                      <a:pt x="1225635" y="717445"/>
                    </a:lnTo>
                    <a:lnTo>
                      <a:pt x="851966" y="717445"/>
                    </a:lnTo>
                    <a:close/>
                  </a:path>
                </a:pathLst>
              </a:custGeom>
              <a:solidFill>
                <a:srgbClr val="4C4C4C"/>
              </a:solidFill>
              <a:ln w="2986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de-DE"/>
              </a:p>
            </p:txBody>
          </p:sp>
          <p:grpSp>
            <p:nvGrpSpPr>
              <p:cNvPr id="2" name="Group 1">
                <a:extLst>
                  <a:ext uri="{FF2B5EF4-FFF2-40B4-BE49-F238E27FC236}">
                    <a16:creationId xmlns:a16="http://schemas.microsoft.com/office/drawing/2014/main" id="{69AFBC68-46D4-EB24-C319-A83750625404}"/>
                  </a:ext>
                </a:extLst>
              </p:cNvPr>
              <p:cNvGrpSpPr/>
              <p:nvPr/>
            </p:nvGrpSpPr>
            <p:grpSpPr>
              <a:xfrm>
                <a:off x="4082341" y="2568082"/>
                <a:ext cx="2397634" cy="1005840"/>
                <a:chOff x="3619926" y="1335548"/>
                <a:chExt cx="3510376" cy="1472650"/>
              </a:xfrm>
            </p:grpSpPr>
            <p:sp>
              <p:nvSpPr>
                <p:cNvPr id="3" name="Oval 2">
                  <a:extLst>
                    <a:ext uri="{FF2B5EF4-FFF2-40B4-BE49-F238E27FC236}">
                      <a16:creationId xmlns:a16="http://schemas.microsoft.com/office/drawing/2014/main" id="{CA251C1A-2FA9-9A71-6080-82DE3614F753}"/>
                    </a:ext>
                  </a:extLst>
                </p:cNvPr>
                <p:cNvSpPr/>
                <p:nvPr/>
              </p:nvSpPr>
              <p:spPr>
                <a:xfrm>
                  <a:off x="3619926" y="1335548"/>
                  <a:ext cx="1472650" cy="1472650"/>
                </a:xfrm>
                <a:prstGeom prst="ellipse">
                  <a:avLst/>
                </a:prstGeom>
                <a:solidFill>
                  <a:srgbClr val="0FD961"/>
                </a:solidFill>
                <a:ln w="92075">
                  <a:solidFill>
                    <a:srgbClr val="121212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5" name="Oval 4">
                  <a:extLst>
                    <a:ext uri="{FF2B5EF4-FFF2-40B4-BE49-F238E27FC236}">
                      <a16:creationId xmlns:a16="http://schemas.microsoft.com/office/drawing/2014/main" id="{109A3899-D796-30FA-0C60-2D6C4FB9A3AD}"/>
                    </a:ext>
                  </a:extLst>
                </p:cNvPr>
                <p:cNvSpPr/>
                <p:nvPr/>
              </p:nvSpPr>
              <p:spPr>
                <a:xfrm>
                  <a:off x="4638789" y="1335548"/>
                  <a:ext cx="1472650" cy="1472650"/>
                </a:xfrm>
                <a:prstGeom prst="ellipse">
                  <a:avLst/>
                </a:prstGeom>
                <a:solidFill>
                  <a:srgbClr val="FF5402"/>
                </a:solidFill>
                <a:ln w="92075">
                  <a:solidFill>
                    <a:srgbClr val="121212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6" name="Oval 5">
                  <a:extLst>
                    <a:ext uri="{FF2B5EF4-FFF2-40B4-BE49-F238E27FC236}">
                      <a16:creationId xmlns:a16="http://schemas.microsoft.com/office/drawing/2014/main" id="{8E5F6E6C-E3B4-CE73-5690-DE171C3BB130}"/>
                    </a:ext>
                  </a:extLst>
                </p:cNvPr>
                <p:cNvSpPr/>
                <p:nvPr/>
              </p:nvSpPr>
              <p:spPr>
                <a:xfrm>
                  <a:off x="5657652" y="1335548"/>
                  <a:ext cx="1472650" cy="1472650"/>
                </a:xfrm>
                <a:prstGeom prst="ellipse">
                  <a:avLst/>
                </a:prstGeom>
                <a:solidFill>
                  <a:srgbClr val="FE1C1A"/>
                </a:solidFill>
                <a:ln w="92075">
                  <a:solidFill>
                    <a:srgbClr val="121212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</p:grpSp>
          <p:sp>
            <p:nvSpPr>
              <p:cNvPr id="26" name="Freeform 25">
                <a:extLst>
                  <a:ext uri="{FF2B5EF4-FFF2-40B4-BE49-F238E27FC236}">
                    <a16:creationId xmlns:a16="http://schemas.microsoft.com/office/drawing/2014/main" id="{2EB420E7-DAB8-C471-1FE0-3BD3CB3834FE}"/>
                  </a:ext>
                </a:extLst>
              </p:cNvPr>
              <p:cNvSpPr/>
              <p:nvPr/>
            </p:nvSpPr>
            <p:spPr>
              <a:xfrm>
                <a:off x="3065999" y="1337837"/>
                <a:ext cx="4430320" cy="2695222"/>
              </a:xfrm>
              <a:custGeom>
                <a:avLst/>
                <a:gdLst>
                  <a:gd name="csX0" fmla="*/ 2349424 w 2750880"/>
                  <a:gd name="csY0" fmla="*/ 743833 h 1673521"/>
                  <a:gd name="csX1" fmla="*/ 2125222 w 2750880"/>
                  <a:gd name="csY1" fmla="*/ 379131 h 1673521"/>
                  <a:gd name="csX2" fmla="*/ 1697745 w 2750880"/>
                  <a:gd name="csY2" fmla="*/ 289451 h 1673521"/>
                  <a:gd name="csX3" fmla="*/ 1019161 w 2750880"/>
                  <a:gd name="csY3" fmla="*/ 17420 h 1673521"/>
                  <a:gd name="csX4" fmla="*/ 534886 w 2750880"/>
                  <a:gd name="csY4" fmla="*/ 555503 h 1673521"/>
                  <a:gd name="csX5" fmla="*/ 107408 w 2750880"/>
                  <a:gd name="csY5" fmla="*/ 776715 h 1673521"/>
                  <a:gd name="csX6" fmla="*/ 50611 w 2750880"/>
                  <a:gd name="csY6" fmla="*/ 1350672 h 1673521"/>
                  <a:gd name="csX7" fmla="*/ 519939 w 2750880"/>
                  <a:gd name="csY7" fmla="*/ 1670532 h 1673521"/>
                  <a:gd name="csX8" fmla="*/ 738162 w 2750880"/>
                  <a:gd name="csY8" fmla="*/ 1670532 h 1673521"/>
                  <a:gd name="csX9" fmla="*/ 657449 w 2750880"/>
                  <a:gd name="csY9" fmla="*/ 1571884 h 1673521"/>
                  <a:gd name="csX10" fmla="*/ 582716 w 2750880"/>
                  <a:gd name="csY10" fmla="*/ 1485192 h 1673521"/>
                  <a:gd name="csX11" fmla="*/ 528907 w 2750880"/>
                  <a:gd name="csY11" fmla="*/ 1485192 h 1673521"/>
                  <a:gd name="csX12" fmla="*/ 215025 w 2750880"/>
                  <a:gd name="csY12" fmla="*/ 1272948 h 1673521"/>
                  <a:gd name="csX13" fmla="*/ 253887 w 2750880"/>
                  <a:gd name="csY13" fmla="*/ 890311 h 1673521"/>
                  <a:gd name="csX14" fmla="*/ 606630 w 2750880"/>
                  <a:gd name="csY14" fmla="*/ 746822 h 1673521"/>
                  <a:gd name="csX15" fmla="*/ 711258 w 2750880"/>
                  <a:gd name="csY15" fmla="*/ 764758 h 1673521"/>
                  <a:gd name="csX16" fmla="*/ 711258 w 2750880"/>
                  <a:gd name="csY16" fmla="*/ 648173 h 1673521"/>
                  <a:gd name="csX17" fmla="*/ 1061012 w 2750880"/>
                  <a:gd name="csY17" fmla="*/ 199770 h 1673521"/>
                  <a:gd name="csX18" fmla="*/ 1575181 w 2750880"/>
                  <a:gd name="csY18" fmla="*/ 438918 h 1673521"/>
                  <a:gd name="csX19" fmla="*/ 1611053 w 2750880"/>
                  <a:gd name="csY19" fmla="*/ 510663 h 1673521"/>
                  <a:gd name="csX20" fmla="*/ 1685787 w 2750880"/>
                  <a:gd name="csY20" fmla="*/ 483759 h 1673521"/>
                  <a:gd name="csX21" fmla="*/ 2020595 w 2750880"/>
                  <a:gd name="csY21" fmla="*/ 531588 h 1673521"/>
                  <a:gd name="csX22" fmla="*/ 2176042 w 2750880"/>
                  <a:gd name="csY22" fmla="*/ 833513 h 1673521"/>
                  <a:gd name="csX23" fmla="*/ 2176042 w 2750880"/>
                  <a:gd name="csY23" fmla="*/ 926183 h 1673521"/>
                  <a:gd name="csX24" fmla="*/ 2298605 w 2750880"/>
                  <a:gd name="csY24" fmla="*/ 926183 h 1673521"/>
                  <a:gd name="csX25" fmla="*/ 2567647 w 2750880"/>
                  <a:gd name="csY25" fmla="*/ 1207183 h 1673521"/>
                  <a:gd name="csX26" fmla="*/ 2295616 w 2750880"/>
                  <a:gd name="csY26" fmla="*/ 1485192 h 1673521"/>
                  <a:gd name="csX27" fmla="*/ 2140169 w 2750880"/>
                  <a:gd name="csY27" fmla="*/ 1485192 h 1673521"/>
                  <a:gd name="csX28" fmla="*/ 2062446 w 2750880"/>
                  <a:gd name="csY28" fmla="*/ 1571884 h 1673521"/>
                  <a:gd name="csX29" fmla="*/ 1978744 w 2750880"/>
                  <a:gd name="csY29" fmla="*/ 1673522 h 1673521"/>
                  <a:gd name="csX30" fmla="*/ 2295616 w 2750880"/>
                  <a:gd name="csY30" fmla="*/ 1673522 h 1673521"/>
                  <a:gd name="csX31" fmla="*/ 2749997 w 2750880"/>
                  <a:gd name="csY31" fmla="*/ 1234087 h 1673521"/>
                  <a:gd name="csX32" fmla="*/ 2349424 w 2750880"/>
                  <a:gd name="csY32" fmla="*/ 743833 h 167352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</a:cxnLst>
                <a:rect l="l" t="t" r="r" b="b"/>
                <a:pathLst>
                  <a:path w="2750880" h="1673521">
                    <a:moveTo>
                      <a:pt x="2349424" y="743833"/>
                    </a:moveTo>
                    <a:cubicBezTo>
                      <a:pt x="2325509" y="597354"/>
                      <a:pt x="2244797" y="465823"/>
                      <a:pt x="2125222" y="379131"/>
                    </a:cubicBezTo>
                    <a:cubicBezTo>
                      <a:pt x="2002659" y="292440"/>
                      <a:pt x="1847212" y="259557"/>
                      <a:pt x="1697745" y="289451"/>
                    </a:cubicBezTo>
                    <a:cubicBezTo>
                      <a:pt x="1551266" y="65249"/>
                      <a:pt x="1279235" y="-45357"/>
                      <a:pt x="1019161" y="17420"/>
                    </a:cubicBezTo>
                    <a:cubicBezTo>
                      <a:pt x="765066" y="83185"/>
                      <a:pt x="573748" y="295429"/>
                      <a:pt x="534886" y="555503"/>
                    </a:cubicBezTo>
                    <a:cubicBezTo>
                      <a:pt x="367482" y="561482"/>
                      <a:pt x="209046" y="642195"/>
                      <a:pt x="107408" y="776715"/>
                    </a:cubicBezTo>
                    <a:cubicBezTo>
                      <a:pt x="-12166" y="944119"/>
                      <a:pt x="-33091" y="1162342"/>
                      <a:pt x="50611" y="1350672"/>
                    </a:cubicBezTo>
                    <a:cubicBezTo>
                      <a:pt x="137302" y="1536012"/>
                      <a:pt x="316663" y="1658575"/>
                      <a:pt x="519939" y="1670532"/>
                    </a:cubicBezTo>
                    <a:lnTo>
                      <a:pt x="738162" y="1670532"/>
                    </a:lnTo>
                    <a:lnTo>
                      <a:pt x="657449" y="1571884"/>
                    </a:lnTo>
                    <a:lnTo>
                      <a:pt x="582716" y="1485192"/>
                    </a:lnTo>
                    <a:lnTo>
                      <a:pt x="528907" y="1485192"/>
                    </a:lnTo>
                    <a:cubicBezTo>
                      <a:pt x="394386" y="1476224"/>
                      <a:pt x="274812" y="1395512"/>
                      <a:pt x="215025" y="1272948"/>
                    </a:cubicBezTo>
                    <a:cubicBezTo>
                      <a:pt x="158227" y="1147395"/>
                      <a:pt x="173174" y="1003906"/>
                      <a:pt x="253887" y="890311"/>
                    </a:cubicBezTo>
                    <a:cubicBezTo>
                      <a:pt x="334599" y="779705"/>
                      <a:pt x="469120" y="725896"/>
                      <a:pt x="606630" y="746822"/>
                    </a:cubicBezTo>
                    <a:lnTo>
                      <a:pt x="711258" y="764758"/>
                    </a:lnTo>
                    <a:lnTo>
                      <a:pt x="711258" y="648173"/>
                    </a:lnTo>
                    <a:cubicBezTo>
                      <a:pt x="711258" y="435929"/>
                      <a:pt x="854747" y="250589"/>
                      <a:pt x="1061012" y="199770"/>
                    </a:cubicBezTo>
                    <a:cubicBezTo>
                      <a:pt x="1267278" y="148951"/>
                      <a:pt x="1479522" y="250589"/>
                      <a:pt x="1575181" y="438918"/>
                    </a:cubicBezTo>
                    <a:lnTo>
                      <a:pt x="1611053" y="510663"/>
                    </a:lnTo>
                    <a:lnTo>
                      <a:pt x="1685787" y="483759"/>
                    </a:lnTo>
                    <a:cubicBezTo>
                      <a:pt x="1799383" y="444897"/>
                      <a:pt x="1921946" y="462833"/>
                      <a:pt x="2020595" y="531588"/>
                    </a:cubicBezTo>
                    <a:cubicBezTo>
                      <a:pt x="2116254" y="603333"/>
                      <a:pt x="2173052" y="713939"/>
                      <a:pt x="2176042" y="833513"/>
                    </a:cubicBezTo>
                    <a:lnTo>
                      <a:pt x="2176042" y="926183"/>
                    </a:lnTo>
                    <a:lnTo>
                      <a:pt x="2298605" y="926183"/>
                    </a:lnTo>
                    <a:cubicBezTo>
                      <a:pt x="2451062" y="932162"/>
                      <a:pt x="2570636" y="1057715"/>
                      <a:pt x="2567647" y="1207183"/>
                    </a:cubicBezTo>
                    <a:cubicBezTo>
                      <a:pt x="2567647" y="1359640"/>
                      <a:pt x="2445083" y="1482203"/>
                      <a:pt x="2295616" y="1485192"/>
                    </a:cubicBezTo>
                    <a:lnTo>
                      <a:pt x="2140169" y="1485192"/>
                    </a:lnTo>
                    <a:lnTo>
                      <a:pt x="2062446" y="1571884"/>
                    </a:lnTo>
                    <a:lnTo>
                      <a:pt x="1978744" y="1673522"/>
                    </a:lnTo>
                    <a:lnTo>
                      <a:pt x="2295616" y="1673522"/>
                    </a:lnTo>
                    <a:cubicBezTo>
                      <a:pt x="2537753" y="1667543"/>
                      <a:pt x="2735051" y="1476224"/>
                      <a:pt x="2749997" y="1234087"/>
                    </a:cubicBezTo>
                    <a:cubicBezTo>
                      <a:pt x="2764944" y="991949"/>
                      <a:pt x="2588572" y="779705"/>
                      <a:pt x="2349424" y="743833"/>
                    </a:cubicBezTo>
                    <a:close/>
                  </a:path>
                </a:pathLst>
              </a:custGeom>
              <a:solidFill>
                <a:srgbClr val="4C4C4C"/>
              </a:solidFill>
              <a:ln w="2986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de-DE"/>
              </a:p>
            </p:txBody>
          </p:sp>
        </p:grpSp>
        <p:pic>
          <p:nvPicPr>
            <p:cNvPr id="10" name="Picture 9" descr="A screenshot of a music album&#10;&#10;AI-generated content may be incorrect.">
              <a:extLst>
                <a:ext uri="{FF2B5EF4-FFF2-40B4-BE49-F238E27FC236}">
                  <a16:creationId xmlns:a16="http://schemas.microsoft.com/office/drawing/2014/main" id="{010E2E3B-9233-F7F9-799E-51E6FD36E4A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770369" y="716191"/>
              <a:ext cx="7772400" cy="389759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529419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64E87C-1C11-FD5A-3529-31AE77E758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0A762F7E-CC6E-1983-302F-8B0BBA294B4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F95DD4E-B674-F238-8CE0-C356E008087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" name="Group 12">
            <a:extLst>
              <a:ext uri="{FF2B5EF4-FFF2-40B4-BE49-F238E27FC236}">
                <a16:creationId xmlns:a16="http://schemas.microsoft.com/office/drawing/2014/main" id="{E09E969E-1571-390F-4CAE-610FEC498D7A}"/>
              </a:ext>
            </a:extLst>
          </p:cNvPr>
          <p:cNvGrpSpPr/>
          <p:nvPr/>
        </p:nvGrpSpPr>
        <p:grpSpPr>
          <a:xfrm>
            <a:off x="1508232" y="716191"/>
            <a:ext cx="10034537" cy="3897596"/>
            <a:chOff x="1508232" y="716191"/>
            <a:chExt cx="10034537" cy="3897596"/>
          </a:xfrm>
        </p:grpSpPr>
        <p:pic>
          <p:nvPicPr>
            <p:cNvPr id="10" name="Picture 9" descr="A screenshot of a music album&#10;&#10;AI-generated content may be incorrect.">
              <a:extLst>
                <a:ext uri="{FF2B5EF4-FFF2-40B4-BE49-F238E27FC236}">
                  <a16:creationId xmlns:a16="http://schemas.microsoft.com/office/drawing/2014/main" id="{14294704-FEE7-DBEB-14EF-3386E22445C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770369" y="716191"/>
              <a:ext cx="7772400" cy="3897596"/>
            </a:xfrm>
            <a:prstGeom prst="rect">
              <a:avLst/>
            </a:prstGeom>
          </p:spPr>
        </p:pic>
        <p:pic>
          <p:nvPicPr>
            <p:cNvPr id="12" name="Picture 11" descr="A logo of a cloud with colorful circles and arrows&#10;&#10;AI-generated content may be incorrect.">
              <a:extLst>
                <a:ext uri="{FF2B5EF4-FFF2-40B4-BE49-F238E27FC236}">
                  <a16:creationId xmlns:a16="http://schemas.microsoft.com/office/drawing/2014/main" id="{72A9F51C-C122-C80A-2338-E154C57507B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508232" y="1425083"/>
              <a:ext cx="2262137" cy="2267524"/>
            </a:xfrm>
            <a:prstGeom prst="rect">
              <a:avLst/>
            </a:prstGeom>
            <a:effectLst>
              <a:outerShdw blurRad="203200" sx="105000" sy="105000" algn="ctr" rotWithShape="0">
                <a:prstClr val="black">
                  <a:alpha val="27000"/>
                </a:prstClr>
              </a:outerShdw>
            </a:effectLst>
          </p:spPr>
        </p:pic>
      </p:grpSp>
    </p:spTree>
    <p:extLst>
      <p:ext uri="{BB962C8B-B14F-4D97-AF65-F5344CB8AC3E}">
        <p14:creationId xmlns:p14="http://schemas.microsoft.com/office/powerpoint/2010/main" val="12935832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3261D1-7C50-8E7A-5F01-B822400BEF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A270D218-6650-2A6D-9CBC-5FFA5648C53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C7DD0DC-6039-5C07-468B-A375189384A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EA908D95-626A-81C0-97DD-1820719DA8E3}"/>
              </a:ext>
            </a:extLst>
          </p:cNvPr>
          <p:cNvSpPr/>
          <p:nvPr/>
        </p:nvSpPr>
        <p:spPr>
          <a:xfrm>
            <a:off x="3171310" y="782878"/>
            <a:ext cx="4832908" cy="4832908"/>
          </a:xfrm>
          <a:prstGeom prst="roundRect">
            <a:avLst/>
          </a:prstGeom>
          <a:solidFill>
            <a:srgbClr val="12121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CD74EB7-601B-88D2-0178-5586A173089E}"/>
              </a:ext>
            </a:extLst>
          </p:cNvPr>
          <p:cNvGrpSpPr/>
          <p:nvPr/>
        </p:nvGrpSpPr>
        <p:grpSpPr>
          <a:xfrm>
            <a:off x="3843210" y="1335548"/>
            <a:ext cx="3510376" cy="1472650"/>
            <a:chOff x="3619926" y="1335548"/>
            <a:chExt cx="3510376" cy="1472650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3ACB50BA-E8EB-D601-FB05-B96AE1E6D1ED}"/>
                </a:ext>
              </a:extLst>
            </p:cNvPr>
            <p:cNvSpPr/>
            <p:nvPr/>
          </p:nvSpPr>
          <p:spPr>
            <a:xfrm>
              <a:off x="3619926" y="1335548"/>
              <a:ext cx="1472650" cy="1472650"/>
            </a:xfrm>
            <a:prstGeom prst="ellipse">
              <a:avLst/>
            </a:prstGeom>
            <a:solidFill>
              <a:srgbClr val="0FD961"/>
            </a:solidFill>
            <a:ln w="57150">
              <a:solidFill>
                <a:srgbClr val="12121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BA887A6B-3FC5-257F-7B87-288022030D6C}"/>
                </a:ext>
              </a:extLst>
            </p:cNvPr>
            <p:cNvSpPr/>
            <p:nvPr/>
          </p:nvSpPr>
          <p:spPr>
            <a:xfrm>
              <a:off x="4638789" y="1335548"/>
              <a:ext cx="1472650" cy="1472650"/>
            </a:xfrm>
            <a:prstGeom prst="ellipse">
              <a:avLst/>
            </a:prstGeom>
            <a:solidFill>
              <a:srgbClr val="FF5402"/>
            </a:solidFill>
            <a:ln w="57150">
              <a:solidFill>
                <a:srgbClr val="12121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96A89FAF-F1E0-3E2A-9E04-5A825F58AECC}"/>
                </a:ext>
              </a:extLst>
            </p:cNvPr>
            <p:cNvSpPr/>
            <p:nvPr/>
          </p:nvSpPr>
          <p:spPr>
            <a:xfrm>
              <a:off x="5657652" y="1335548"/>
              <a:ext cx="1472650" cy="1472650"/>
            </a:xfrm>
            <a:prstGeom prst="ellipse">
              <a:avLst/>
            </a:prstGeom>
            <a:solidFill>
              <a:srgbClr val="FE1C1A"/>
            </a:solidFill>
            <a:ln w="57150">
              <a:solidFill>
                <a:srgbClr val="12121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387593183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</TotalTime>
  <Words>0</Words>
  <Application>Microsoft Macintosh PowerPoint</Application>
  <PresentationFormat>Widescreen</PresentationFormat>
  <Paragraphs>0</Paragraphs>
  <Slides>4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think-cell Slide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Alexander Wirths</dc:creator>
  <cp:lastModifiedBy>Alexander Wirths</cp:lastModifiedBy>
  <cp:revision>2</cp:revision>
  <dcterms:created xsi:type="dcterms:W3CDTF">2025-12-30T14:34:41Z</dcterms:created>
  <dcterms:modified xsi:type="dcterms:W3CDTF">2025-12-30T16:39:44Z</dcterms:modified>
</cp:coreProperties>
</file>